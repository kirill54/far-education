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готовый модуль комплекта. История и природа гор отдельным пособием в эту поставку не входили, поэтому пробный формат собран здесь.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читать слайды подряд. После каждой пары тезисов возвращать к странице пособия.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 не воспроизводит и не утверждает действующие условия аттестации ФАР.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Произнести границу вслух до урока 1. Иначе тест начинают воспринимать как допуск.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четырёх уроков — ситуация «знакомый склон после снегопада и ветра» и шесть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объяснить механизм, видеть предел оценки конкретного склона, отделять наблюдение от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устраивать классификацию ради классификации. Вопрос урока: где путь лавины и где группа.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Попросить нарисовать три зоны до обсуждения «идти или нет». Пока зоны не названы, решение рано.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какое из четырёх группа чаще всего использует как разрешение идти.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Самопроверка вслух: что известно, что неизвестно, какой признак заставит остановиться.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перечислить факторы, работать с неопределённостью, предложить смену маршрута.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воспроизводить по памяти таблицу углов со страницы 111: на слайде её нет специально.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Формулировка теста: красные флаги — повод пересмотреть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Связать с итоговой ситуацией теста, но ответы ещё не обсуждать.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Следить, чтобы спор не свёлся к тому, кто смелее.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Время до прибытия спасателей критично. Это причина знать рамку. Это не причина считать просмотр слайдов тренировкой.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показывать пошаговую технику поиска. В пособии она есть для очного курса, не для самостоятельного применения.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просят «хотя бы порядок действий», вернуть к границе модуля: имена этапов без приёма создают ложную готовность. Порядок отрабатывается с инструктором.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Глава 7 — про влияние среды на человека. На слайдах нет диагнозов и назначений. Нормы и признаки сверять со страницами пособия.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переходить к схемам лечения. Граница первой помощи — отдельный модуль и очная практика.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Прямая формулировка вопроса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модуля на ухудшение: оценить состояние, пересмотреть план, при необходимости запросить помощь. Не игнорировать и не скрывать.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Ситуация из итогового задания модуля. Не помогать выбором буквы.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в бумажном комплекте у ситуации есть продолжение на странице 7, дочитать его вслух из PDF, не из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комментировать до всех шести ответов. Верная буква есть только на слайде ключа.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Буквы и верные формулировки совпадают с ключом модуля. Варианты-ловушки на слайдах вопросов собраны из ложных выводов самого модуля: в рабочей копии PDF полный перечень отвлекающих ответов на странице теста сохранился не целиком. Вопросы 2, 3, 4 и 5 — критические: ошибка в них не закрывается общим баллом. Это проектное правило курса, не норматив ФАР.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пилот покажет, что слушатели путают тест с допуском, на следующем модуле вынести эту рамку ещё и устным вопросом в начале.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ШКОЛА АЛЬПИНИЗМА  ·  ОНЛАЙН-КУРС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МОДУЛЬ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Лавины и влияние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высокогорной среды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Пробная презентация: разбор пособия на слайды и контрольный тест.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C9EC"/>
                </a:solidFill>
                <a:latin typeface="Arial"/>
                <a:ea typeface="Arial"/>
                <a:cs typeface="Arial"/>
              </a:rPr>
              <a:t>4–5 часов теории  ·  пособие, с. 104–139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EC9EC"/>
                </a:solidFill>
                <a:latin typeface="Arial"/>
                <a:ea typeface="Arial"/>
                <a:cs typeface="Arial"/>
              </a:rPr>
              <a:t>Не допуск к действиям, не квалификация и не аттестация инструктора-проводника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КАК ПОЛЬЗОВАТЬСЯ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Пособие остаётся источником. Слайды ведут занятие.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Сначала слайд и разговор, затем сверка с рисунком и определением в пособии.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Задания выполняются до ключа. Ключ в конце — только для преподавателя.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Это проба формата: если занятие читается, так же разбираем остальные модули.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Презентация не заменяет 4–5 часов работы с страницами 104–139.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  / 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ДВА РЕЖИМА ОДНОГО МОДУЛЯ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Один комплект, разная работа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500116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196596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НАЧИНАЮЩИЙ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5088636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Пройти четыре урока, сделать схемы и сдать шесть вопросов. Полевой навык возникает только с инструктором.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737360"/>
            <a:ext cx="5500116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4204" y="1737360"/>
            <a:ext cx="73152" cy="196596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КАНДИДАТ В ИНСТРУКТОРЫ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0236" y="2359152"/>
            <a:ext cx="5088636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Дополнительно объяснить ограничение метода, разобрать решение группы и назвать критерий очного зачёта.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3  / 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32D2D"/>
                </a:solidFill>
                <a:latin typeface="Arial"/>
                <a:ea typeface="Arial"/>
                <a:cs typeface="Arial"/>
              </a:rPr>
              <a:t>ГРАНИЦА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Слайд объясняет решение. Он не выдаёт допуск.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Можно разобрать: где опасность, чего не хватает в данных, когда отказаться.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Нельзя зачесть: поиск в лавине, зондирование, откапывание, первую помощь.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Нельзя зачесть: страховку, спуск, снежную и ледовую технику.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Статус комплекта: рабочий материал, не свидетельство о квалификации.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4  / 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МАРШРУТ МОДУЛЯ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Четыре урока и один тест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Механизм и классификации. Пособие, с. 104–109.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4204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0236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Погода, рельеф и тревожные признаки. С. 107–118.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Поиск: только рамка теории. С. 119–121.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4204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Холод, солнце, высота, питание и вода. С. 122–139.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5  / 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УРОК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Механизм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классификации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Пособие, с. 104–109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6  / 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Риск — это не название типа лавины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Он складывается из снега, погоды, рельефа и того, окажется ли там человек.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Большая часть инцидентов с людьми связана с их собственными решениями.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Снег лежит слоями. Слои копились в разные периоды и ведут себя по-разному.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«Доска» опасна тем, что сразу приходит в движение большой объём снега.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7  / 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1  ·  ПОСОБИЕ, С. 104–109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Три зоны, которые нужно показать на склоне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38528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Зона зарождения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7F0F7"/>
                </a:solidFill>
                <a:latin typeface="Arial"/>
                <a:ea typeface="Arial"/>
                <a:cs typeface="Arial"/>
              </a:rPr>
              <a:t>Где снег может прийти в движение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10128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Зона транзита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673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7F0F7"/>
                </a:solidFill>
                <a:latin typeface="Arial"/>
                <a:ea typeface="Arial"/>
                <a:cs typeface="Arial"/>
              </a:rPr>
              <a:t>Где лавина набирает путь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8056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3E6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3659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81728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Зона отложения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1389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7F0F7"/>
                </a:solidFill>
                <a:latin typeface="Arial"/>
                <a:ea typeface="Arial"/>
                <a:cs typeface="Arial"/>
              </a:rPr>
              <a:t>Где масса останавливается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737360"/>
            <a:ext cx="41148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9659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423160"/>
            <a:ext cx="370332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В какой зоне мы окажемся и что из этого следует для линии движения?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Схема учебная. Рисунок склона в пособии не заменять этим слайдом.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8  / 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Это наблюдение. Это не гарантия склона.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СВОДКА ПО РАЙОНУ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Общая оценка не отвечает за конкретный склон и конкретный час.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4204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НЕТ СТАРЫХ СЛЕДОВ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0236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Отсутствие следов лавин не доказывает, что схода не будет.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ЧУЖОЙ СЛЕД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Кто-то прошёл раньше — это факт прохода, не проверка устойчивости.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4204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«Я ЗДЕСЬ ХОДИЛ»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Память о маршруте не заменяет сегодняшний снег, ветер и состав группы.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9  / 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1  · 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Сначала схема, потом вывод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НАЧИНАЮЩИЙ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Нарисуйте склон: где зарождение, путь и отложение. Подпишите три вопроса, на которые нужно ответить до выхода.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МЕТОДИЧЕСКАЯ ПРАКТИКА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Попросите отделить факты от интерпретаций. Где не хватает данных и почему опыт не может эти данные «добавить».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10  / 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УРОК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Погода, рельеф,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тревожные 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Пособие, с. 107–118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11  / 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Что меняет решение по склону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ОСАДКИ И ВЕТЕР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Свежий снег и перенос на подветренную сторону копят массу там, где её не ждали. Карниз — часть этой картины.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737360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4204" y="1737360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0236" y="1938528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ТЕМПЕРАТУРА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0236" y="2359152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Важен ход температуры, а не одна цифра утром. Пособие разбирает, как он меняет устойчивость.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ФОРМА И ЭКСПОЗИЦИЯ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Крутизна, форма, сторона света и местные накопления решают больше, чем «район в целом».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4204" y="3493008"/>
            <a:ext cx="5500116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3493008"/>
            <a:ext cx="73152" cy="155448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3694176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ПОСЛЕДСТВИЯ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411480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Даже редкий сход имеет значение, если под ним стоит группа. Схему углов смотреть в пособии, с. 111.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12  / 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Красный флаг — не выключатель риска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00" cy="9144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ЧЕМ ОН ЯВЛЯЕТСЯ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Поводом пересмотреть план.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Частью общей картины вместе с погодой, рельефом и последствиями.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9144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32D2D"/>
                </a:solidFill>
                <a:latin typeface="Arial"/>
                <a:ea typeface="Arial"/>
                <a:cs typeface="Arial"/>
              </a:rPr>
              <a:t>ЧЕМ ОН НЕ ЯВЛЯЕТСЯ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Ответом «можно».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Отсутствие флага не делает склон безопасным. Тест на снегу не чинит плохую линию.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13  / 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Знакомый маршрут после ветра — уже другой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Снегопад и ветер меняют склон, даже если линия на карте та же.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Нужна менее опасная альтернатива и заранее названная точка отказа.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Скорость прохождения не превращает плохую линию в рабочую.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Решение «не идти» — такой же результат урока, как верный термин.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14  / 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2  · 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Разобрать признаки, не маршрут целиком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НАЧИНАЮЩИЙ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Из описания выпишите погодные и рельефные признаки. Разделите: известно, неизвестно, требует немедленного пересмотра.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МЕТОДИЧЕСКАЯ ПРАКТИКА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Дайте два варианта линии. Проведите разговор, почему от одного группа отказывается.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15  / 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УРОК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в лавине: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рамка, не навык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Пособие, с. 119–121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16  / 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Что слайд может и чего не может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00" cy="9144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МОЖНО ПРОВЕРИТЬ ЗДЕСЬ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Понимает ли человек, что группа действует до прибытия помощи и что без навыка на этот рельеф не выходят.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9144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32D2D"/>
                </a:solidFill>
                <a:latin typeface="Arial"/>
                <a:ea typeface="Arial"/>
                <a:cs typeface="Arial"/>
              </a:rPr>
              <a:t>НЕЛЬЗЯ ЗАЧЕСТЬ ЗДЕСЬ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Поиск, зондирование, откапывание и организацию помощи. Это регулярная очная тренировка с проверкой действий.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17  / 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Вопрос задаётся до выхода, не на конусе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Есть ли лавинный комплект на группу.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Умеют ли эти люди им пользоваться — не «когда-то слышали».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Если ответа нет, это довод не выходить на лавинный рельеф.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Этапы поиска называют на очном занятии. Этот слайд их не отрабатывает.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18  / 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УРОК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Холод, солнце, высота,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питание и 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Пособие, с. 122–139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19  / 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Среда снижает запас человека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Холод, солнце, вода, еда и высота меняют работоспособность и безопасность.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Это данные для решения продолжать или разворачиваться, а не фон маршрута.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Жалоба, плохой сон, сбой координации — информация, не помеха плану.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Терпеть до вершины и скрывать состояние от группы — ошибочные действия.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20  / 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Форма и акклиматизация — не одно и то же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486400" cy="91440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ЧТО ЧАСТО ПУТАЮТ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Сильный и тренированный участник «перенесёт высоту». Уверенность подменяет план акклиматизации.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9144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32D2D"/>
                </a:solidFill>
                <a:latin typeface="Arial"/>
                <a:ea typeface="Arial"/>
                <a:cs typeface="Arial"/>
              </a:rPr>
              <a:t>КАК В МОДУЛЕ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Личная реакция на высоту может отличаться от формы, от плана и от остальных. План из-за этого не отменяют.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21  / 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УРОК 4  · 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Жалоба меняет план всей группы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НАЧИНАЮЩИЙ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Свяжите самочувствие участника с решением по маршруту: что пересматривается сразу, а что нужно дополнительно узнать.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МЕТОДИЧЕСКАЯ ПРАКТИКА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Объясните группе, почему разворачивают и сильного участника. Назовите, какой признак делает продолжение неприемлемым.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22  / 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EC9EC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Шесть вопросов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ситуации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E4F0"/>
                </a:solidFill>
                <a:latin typeface="Arial"/>
                <a:ea typeface="Arial"/>
                <a:cs typeface="Arial"/>
              </a:rPr>
              <a:t>Ответы записывают до ключа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23  / 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СИТУАЦИЯ МОДУЛЯ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Знакомый склон на следующий день уже не знакомый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После снегопада и ветра группа планирует пересечь склон по известному маршруту.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532888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Один участник плохо спал и жалуется на самочувствие.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282696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91256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Дальше шесть вопросов. Букву выбирают до обсуждения.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4032504"/>
            <a:ext cx="73152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41064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Ключ на следующем блоке не листаем вместе с группой.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24  / 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1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Что определяет лавинный риск?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Только крутизна и наличие снега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Снег, погода, рельеф и воздействие на людей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Лавинный бюллетень по району, без оценки конкретного склона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25  / 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2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Проход предыдущей группы по склону означает…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Склон безопасен: по нему уже прошли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Недостаточную информацию для гарантии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Маршрут можно не пересматривать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26  / 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3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Как понимать «красные флаги»?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Повод пересмотреть план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Если флагов не видно, склон можно считать устойчивым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Повод ускориться, пока обстановка не изменилась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27  / 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4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Может ли онлайн-тест подтвердить навык лавинного поиска?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Да, если человек верно назвал этапы поиска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Нет, нужна очная практическая проверка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Да, если тест модуля сдан выше порога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28  / 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5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Как реагировать на ухудшение самочувствия на высоте?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Игнорировать до вершины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Оценить состояние и пересмотреть план, при необходимости запросить помощь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Скрыть состояние от группы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29  / 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A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12"/>
                </a:solidFill>
                <a:latin typeface="Arial"/>
                <a:ea typeface="Arial"/>
                <a:cs typeface="Arial"/>
              </a:rPr>
              <a:t>КОНТРОЛЬНЫЙ ТЕСТ  ·  ВОПРОС 6 ИЗ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Почему план акклиматизации нельзя заменить уверенностью в форме?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4144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Личная реакция на высоту может отличаться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72160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2160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Тренированность заменяет акклиматизацию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5001768"/>
            <a:ext cx="530352" cy="530352"/>
          </a:xfrm>
          <a:prstGeom prst="ellipse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001768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План нужен только тем, кто на высоте впервые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30  / 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7C8C4"/>
                </a:solidFill>
                <a:latin typeface="Arial"/>
                <a:ea typeface="Arial"/>
                <a:cs typeface="Arial"/>
              </a:rPr>
              <a:t>КЛЮЧ ПРЕПОДАВАТЕЛЯ  ·  НЕ ПОКАЗЫВАТЬ ДО ОТВЕТОВ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Верные формулировки из ключа модуля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1  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Снег, погода, рельеф и воздействие на людей. Оценка комплексная.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30552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2  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3055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 предыдущей группы — недостаточная информация, не гарантия.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3  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4378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Красный флаг — повод пересмотреть план, а не разрешение идти.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57016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4  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5701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Онлайн-тест не подтверждает навык поиска. Нужна очная проверка.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7024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5  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7024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Оценить состояние и пересмотреть план, при необходимости запросить помощь.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CF3F"/>
                </a:solidFill>
                <a:latin typeface="Arial"/>
                <a:ea typeface="Arial"/>
                <a:cs typeface="Arial"/>
              </a:rPr>
              <a:t>6  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98348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реакция на высоту может отличаться от формы и от плана.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5D4E2"/>
                </a:solidFill>
                <a:latin typeface="Arial"/>
                <a:ea typeface="Arial"/>
                <a:cs typeface="Arial"/>
              </a:rPr>
              <a:t>31  / 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6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ПОСЛЕ ТЕСТА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2161B"/>
                </a:solidFill>
                <a:latin typeface="Arial"/>
                <a:ea typeface="Arial"/>
                <a:cs typeface="Arial"/>
              </a:rPr>
              <a:t>Как читать шесть ответов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Порог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Пять верных из шести — ориентир 80%. Это порог курса, не балл экзамена ФАР.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Критические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Ошибка в вопросах 2, 3, 4 или 5 оставляет модуль незакрытым при любом общем счёте.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66A8"/>
                </a:solidFill>
                <a:latin typeface="Arial"/>
                <a:ea typeface="Arial"/>
                <a:cs typeface="Arial"/>
              </a:rPr>
              <a:t>Два статуса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37744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2161B"/>
                </a:solidFill>
                <a:latin typeface="Arial"/>
                <a:ea typeface="Arial"/>
                <a:cs typeface="Arial"/>
              </a:rPr>
              <a:t>«Тест пройден» и «навык отработан очно» ставятся отдельно. Второй этот слайд не даёт.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Дальше — страницы пособия 104–139, без замены текста. Ответы записывают до просмотра ключа.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Поиск, зондирование, откапывание, первая помощь и движение по снегу остаются очной отработкой.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Школа альпинизма  ·  Модуль 3  ·  пробная презентация  ·  не аттестация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32  / 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альпинизма. Модуль 3. Лавины и влияние высокогорной среды</dc:title>
  <dc:subject>Пробная презентация для теста формата</dc:subject>
  <dc:creator>Учебный комплект курса по пособию ФАР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