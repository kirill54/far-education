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Школа альпинизма. Модуль 3. Лавины и влияние высокогорной среды</dc:title>
  <dc:subject>Наглядные схемы к пособию, с. 104–139</dc:subject>
  <dc:creator>Учебный комплект курса по пособию ФАР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